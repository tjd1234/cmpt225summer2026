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4" r:id="rId4"/>
    <p:sldId id="265" r:id="rId5"/>
    <p:sldId id="266" r:id="rId6"/>
    <p:sldId id="267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5AD1E4E-F8E9-F748-91E8-E76205C06773}" v="7" dt="2026-05-12T04:23:42.41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617"/>
    <p:restoredTop sz="96983"/>
  </p:normalViewPr>
  <p:slideViewPr>
    <p:cSldViewPr snapToGrid="0">
      <p:cViewPr varScale="1">
        <p:scale>
          <a:sx n="127" d="100"/>
          <a:sy n="127" d="100"/>
        </p:scale>
        <p:origin x="60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custSel addSld delSld modSld">
      <pc:chgData name="Toby Donaldson" userId="2e6e5431-bb17-4c41-9985-d39c50d83c73" providerId="ADAL" clId="{F31BC264-820E-54C4-A6D1-F92AF9CC222E}" dt="2026-05-12T05:01:19.816" v="1201" actId="5793"/>
      <pc:docMkLst>
        <pc:docMk/>
      </pc:docMkLst>
      <pc:sldChg chg="modSp mod">
        <pc:chgData name="Toby Donaldson" userId="2e6e5431-bb17-4c41-9985-d39c50d83c73" providerId="ADAL" clId="{F31BC264-820E-54C4-A6D1-F92AF9CC222E}" dt="2026-05-12T04:11:00.603" v="45" actId="20577"/>
        <pc:sldMkLst>
          <pc:docMk/>
          <pc:sldMk cId="917661366" sldId="256"/>
        </pc:sldMkLst>
        <pc:spChg chg="mod">
          <ac:chgData name="Toby Donaldson" userId="2e6e5431-bb17-4c41-9985-d39c50d83c73" providerId="ADAL" clId="{F31BC264-820E-54C4-A6D1-F92AF9CC222E}" dt="2026-05-12T04:11:00.603" v="45" actId="20577"/>
          <ac:spMkLst>
            <pc:docMk/>
            <pc:sldMk cId="917661366" sldId="256"/>
            <ac:spMk id="2" creationId="{28C4407D-D12A-4EB5-3D45-394B55614B61}"/>
          </ac:spMkLst>
        </pc:spChg>
      </pc:sldChg>
      <pc:sldChg chg="addSp modSp mod">
        <pc:chgData name="Toby Donaldson" userId="2e6e5431-bb17-4c41-9985-d39c50d83c73" providerId="ADAL" clId="{F31BC264-820E-54C4-A6D1-F92AF9CC222E}" dt="2026-05-12T04:16:14.061" v="772" actId="1076"/>
        <pc:sldMkLst>
          <pc:docMk/>
          <pc:sldMk cId="3882066604" sldId="257"/>
        </pc:sldMkLst>
        <pc:spChg chg="mod">
          <ac:chgData name="Toby Donaldson" userId="2e6e5431-bb17-4c41-9985-d39c50d83c73" providerId="ADAL" clId="{F31BC264-820E-54C4-A6D1-F92AF9CC222E}" dt="2026-05-12T04:16:05.362" v="769" actId="5793"/>
          <ac:spMkLst>
            <pc:docMk/>
            <pc:sldMk cId="3882066604" sldId="257"/>
            <ac:spMk id="3" creationId="{3D0D92EC-EF6B-87D9-B8C2-4378B9BB5D7B}"/>
          </ac:spMkLst>
        </pc:spChg>
        <pc:picChg chg="add mod">
          <ac:chgData name="Toby Donaldson" userId="2e6e5431-bb17-4c41-9985-d39c50d83c73" providerId="ADAL" clId="{F31BC264-820E-54C4-A6D1-F92AF9CC222E}" dt="2026-05-12T04:16:14.061" v="772" actId="1076"/>
          <ac:picMkLst>
            <pc:docMk/>
            <pc:sldMk cId="3882066604" sldId="257"/>
            <ac:picMk id="4" creationId="{A0A8AE06-75AA-D205-F724-3C61C2173114}"/>
          </ac:picMkLst>
        </pc:picChg>
      </pc:sldChg>
      <pc:sldChg chg="del">
        <pc:chgData name="Toby Donaldson" userId="2e6e5431-bb17-4c41-9985-d39c50d83c73" providerId="ADAL" clId="{F31BC264-820E-54C4-A6D1-F92AF9CC222E}" dt="2026-05-12T04:11:14.066" v="46" actId="2696"/>
        <pc:sldMkLst>
          <pc:docMk/>
          <pc:sldMk cId="2285235809" sldId="258"/>
        </pc:sldMkLst>
      </pc:sldChg>
      <pc:sldChg chg="del">
        <pc:chgData name="Toby Donaldson" userId="2e6e5431-bb17-4c41-9985-d39c50d83c73" providerId="ADAL" clId="{F31BC264-820E-54C4-A6D1-F92AF9CC222E}" dt="2026-05-12T04:11:14.066" v="46" actId="2696"/>
        <pc:sldMkLst>
          <pc:docMk/>
          <pc:sldMk cId="2983885050" sldId="259"/>
        </pc:sldMkLst>
      </pc:sldChg>
      <pc:sldChg chg="del">
        <pc:chgData name="Toby Donaldson" userId="2e6e5431-bb17-4c41-9985-d39c50d83c73" providerId="ADAL" clId="{F31BC264-820E-54C4-A6D1-F92AF9CC222E}" dt="2026-05-12T04:11:14.066" v="46" actId="2696"/>
        <pc:sldMkLst>
          <pc:docMk/>
          <pc:sldMk cId="3378692664" sldId="260"/>
        </pc:sldMkLst>
      </pc:sldChg>
      <pc:sldChg chg="del">
        <pc:chgData name="Toby Donaldson" userId="2e6e5431-bb17-4c41-9985-d39c50d83c73" providerId="ADAL" clId="{F31BC264-820E-54C4-A6D1-F92AF9CC222E}" dt="2026-05-12T04:24:47.728" v="1066" actId="2696"/>
        <pc:sldMkLst>
          <pc:docMk/>
          <pc:sldMk cId="3079706127" sldId="261"/>
        </pc:sldMkLst>
      </pc:sldChg>
      <pc:sldChg chg="del">
        <pc:chgData name="Toby Donaldson" userId="2e6e5431-bb17-4c41-9985-d39c50d83c73" providerId="ADAL" clId="{F31BC264-820E-54C4-A6D1-F92AF9CC222E}" dt="2026-05-12T04:24:52.654" v="1067" actId="2696"/>
        <pc:sldMkLst>
          <pc:docMk/>
          <pc:sldMk cId="570944480" sldId="262"/>
        </pc:sldMkLst>
      </pc:sldChg>
      <pc:sldChg chg="delSp add del mod">
        <pc:chgData name="Toby Donaldson" userId="2e6e5431-bb17-4c41-9985-d39c50d83c73" providerId="ADAL" clId="{F31BC264-820E-54C4-A6D1-F92AF9CC222E}" dt="2026-05-12T04:18:52.872" v="790" actId="2696"/>
        <pc:sldMkLst>
          <pc:docMk/>
          <pc:sldMk cId="442348613" sldId="263"/>
        </pc:sldMkLst>
        <pc:picChg chg="del">
          <ac:chgData name="Toby Donaldson" userId="2e6e5431-bb17-4c41-9985-d39c50d83c73" providerId="ADAL" clId="{F31BC264-820E-54C4-A6D1-F92AF9CC222E}" dt="2026-05-12T04:16:49.106" v="773" actId="21"/>
          <ac:picMkLst>
            <pc:docMk/>
            <pc:sldMk cId="442348613" sldId="263"/>
            <ac:picMk id="4" creationId="{D9F562A4-D8C5-BAC2-AE7A-D7E31587454D}"/>
          </ac:picMkLst>
        </pc:picChg>
      </pc:sldChg>
      <pc:sldChg chg="del">
        <pc:chgData name="Toby Donaldson" userId="2e6e5431-bb17-4c41-9985-d39c50d83c73" providerId="ADAL" clId="{F31BC264-820E-54C4-A6D1-F92AF9CC222E}" dt="2026-05-12T04:11:24.648" v="47" actId="2696"/>
        <pc:sldMkLst>
          <pc:docMk/>
          <pc:sldMk cId="1725074489" sldId="263"/>
        </pc:sldMkLst>
      </pc:sldChg>
      <pc:sldChg chg="modSp add mod">
        <pc:chgData name="Toby Donaldson" userId="2e6e5431-bb17-4c41-9985-d39c50d83c73" providerId="ADAL" clId="{F31BC264-820E-54C4-A6D1-F92AF9CC222E}" dt="2026-05-12T04:18:18.698" v="784" actId="1076"/>
        <pc:sldMkLst>
          <pc:docMk/>
          <pc:sldMk cId="1733842555" sldId="264"/>
        </pc:sldMkLst>
        <pc:spChg chg="mod">
          <ac:chgData name="Toby Donaldson" userId="2e6e5431-bb17-4c41-9985-d39c50d83c73" providerId="ADAL" clId="{F31BC264-820E-54C4-A6D1-F92AF9CC222E}" dt="2026-05-12T04:18:13.799" v="783" actId="15"/>
          <ac:spMkLst>
            <pc:docMk/>
            <pc:sldMk cId="1733842555" sldId="264"/>
            <ac:spMk id="3" creationId="{48A907AE-25D8-B06A-F1D0-3CFB11ECB18E}"/>
          </ac:spMkLst>
        </pc:spChg>
        <pc:picChg chg="mod">
          <ac:chgData name="Toby Donaldson" userId="2e6e5431-bb17-4c41-9985-d39c50d83c73" providerId="ADAL" clId="{F31BC264-820E-54C4-A6D1-F92AF9CC222E}" dt="2026-05-12T04:18:18.698" v="784" actId="1076"/>
          <ac:picMkLst>
            <pc:docMk/>
            <pc:sldMk cId="1733842555" sldId="264"/>
            <ac:picMk id="4" creationId="{DF329A86-8320-F5E0-F5A7-FCB5A982C74A}"/>
          </ac:picMkLst>
        </pc:picChg>
      </pc:sldChg>
      <pc:sldChg chg="modSp add mod">
        <pc:chgData name="Toby Donaldson" userId="2e6e5431-bb17-4c41-9985-d39c50d83c73" providerId="ADAL" clId="{F31BC264-820E-54C4-A6D1-F92AF9CC222E}" dt="2026-05-12T04:18:23.575" v="785" actId="1076"/>
        <pc:sldMkLst>
          <pc:docMk/>
          <pc:sldMk cId="1296688851" sldId="265"/>
        </pc:sldMkLst>
        <pc:spChg chg="mod">
          <ac:chgData name="Toby Donaldson" userId="2e6e5431-bb17-4c41-9985-d39c50d83c73" providerId="ADAL" clId="{F31BC264-820E-54C4-A6D1-F92AF9CC222E}" dt="2026-05-12T04:18:03.052" v="782" actId="12"/>
          <ac:spMkLst>
            <pc:docMk/>
            <pc:sldMk cId="1296688851" sldId="265"/>
            <ac:spMk id="3" creationId="{AEBD1991-3201-BAAF-03B7-32CBD282CF22}"/>
          </ac:spMkLst>
        </pc:spChg>
        <pc:picChg chg="mod">
          <ac:chgData name="Toby Donaldson" userId="2e6e5431-bb17-4c41-9985-d39c50d83c73" providerId="ADAL" clId="{F31BC264-820E-54C4-A6D1-F92AF9CC222E}" dt="2026-05-12T04:18:23.575" v="785" actId="1076"/>
          <ac:picMkLst>
            <pc:docMk/>
            <pc:sldMk cId="1296688851" sldId="265"/>
            <ac:picMk id="4" creationId="{033F4F4B-157D-1034-AA71-83E652E7BC45}"/>
          </ac:picMkLst>
        </pc:picChg>
      </pc:sldChg>
      <pc:sldChg chg="addSp delSp modSp add mod">
        <pc:chgData name="Toby Donaldson" userId="2e6e5431-bb17-4c41-9985-d39c50d83c73" providerId="ADAL" clId="{F31BC264-820E-54C4-A6D1-F92AF9CC222E}" dt="2026-05-12T04:24:27.661" v="1065" actId="1076"/>
        <pc:sldMkLst>
          <pc:docMk/>
          <pc:sldMk cId="1505878644" sldId="266"/>
        </pc:sldMkLst>
        <pc:spChg chg="del">
          <ac:chgData name="Toby Donaldson" userId="2e6e5431-bb17-4c41-9985-d39c50d83c73" providerId="ADAL" clId="{F31BC264-820E-54C4-A6D1-F92AF9CC222E}" dt="2026-05-12T04:20:09.136" v="856" actId="21"/>
          <ac:spMkLst>
            <pc:docMk/>
            <pc:sldMk cId="1505878644" sldId="266"/>
            <ac:spMk id="2" creationId="{72AC1E66-A9A5-32B4-7E3B-C86D8CDE8666}"/>
          </ac:spMkLst>
        </pc:spChg>
        <pc:spChg chg="del">
          <ac:chgData name="Toby Donaldson" userId="2e6e5431-bb17-4c41-9985-d39c50d83c73" providerId="ADAL" clId="{F31BC264-820E-54C4-A6D1-F92AF9CC222E}" dt="2026-05-12T04:18:44.144" v="787" actId="21"/>
          <ac:spMkLst>
            <pc:docMk/>
            <pc:sldMk cId="1505878644" sldId="266"/>
            <ac:spMk id="3" creationId="{9DF4E3A5-F4BA-3CFF-016C-A01646AE86BA}"/>
          </ac:spMkLst>
        </pc:spChg>
        <pc:spChg chg="add del mod">
          <ac:chgData name="Toby Donaldson" userId="2e6e5431-bb17-4c41-9985-d39c50d83c73" providerId="ADAL" clId="{F31BC264-820E-54C4-A6D1-F92AF9CC222E}" dt="2026-05-12T04:18:46.250" v="788" actId="21"/>
          <ac:spMkLst>
            <pc:docMk/>
            <pc:sldMk cId="1505878644" sldId="266"/>
            <ac:spMk id="6" creationId="{0985E3F3-2D5E-AE7A-3F7C-1200A5C0169F}"/>
          </ac:spMkLst>
        </pc:spChg>
        <pc:spChg chg="add mod">
          <ac:chgData name="Toby Donaldson" userId="2e6e5431-bb17-4c41-9985-d39c50d83c73" providerId="ADAL" clId="{F31BC264-820E-54C4-A6D1-F92AF9CC222E}" dt="2026-05-12T04:22:20.997" v="937" actId="1076"/>
          <ac:spMkLst>
            <pc:docMk/>
            <pc:sldMk cId="1505878644" sldId="266"/>
            <ac:spMk id="7" creationId="{8122EFDC-343D-34E3-4E0A-F0FB9181472C}"/>
          </ac:spMkLst>
        </pc:spChg>
        <pc:spChg chg="add del mod">
          <ac:chgData name="Toby Donaldson" userId="2e6e5431-bb17-4c41-9985-d39c50d83c73" providerId="ADAL" clId="{F31BC264-820E-54C4-A6D1-F92AF9CC222E}" dt="2026-05-12T04:20:12.358" v="857" actId="21"/>
          <ac:spMkLst>
            <pc:docMk/>
            <pc:sldMk cId="1505878644" sldId="266"/>
            <ac:spMk id="12" creationId="{97C4A69D-1636-5B58-2D07-733CDCDAB647}"/>
          </ac:spMkLst>
        </pc:spChg>
        <pc:spChg chg="add mod">
          <ac:chgData name="Toby Donaldson" userId="2e6e5431-bb17-4c41-9985-d39c50d83c73" providerId="ADAL" clId="{F31BC264-820E-54C4-A6D1-F92AF9CC222E}" dt="2026-05-12T04:22:46.814" v="949" actId="1076"/>
          <ac:spMkLst>
            <pc:docMk/>
            <pc:sldMk cId="1505878644" sldId="266"/>
            <ac:spMk id="13" creationId="{FECFCABD-4184-049E-C8F7-A22D575CD4CB}"/>
          </ac:spMkLst>
        </pc:spChg>
        <pc:spChg chg="add mod">
          <ac:chgData name="Toby Donaldson" userId="2e6e5431-bb17-4c41-9985-d39c50d83c73" providerId="ADAL" clId="{F31BC264-820E-54C4-A6D1-F92AF9CC222E}" dt="2026-05-12T04:23:39.113" v="1037" actId="1076"/>
          <ac:spMkLst>
            <pc:docMk/>
            <pc:sldMk cId="1505878644" sldId="266"/>
            <ac:spMk id="14" creationId="{24FC87FB-FDFC-BCB6-EDF3-F66FBB5B64FC}"/>
          </ac:spMkLst>
        </pc:spChg>
        <pc:spChg chg="add mod">
          <ac:chgData name="Toby Donaldson" userId="2e6e5431-bb17-4c41-9985-d39c50d83c73" providerId="ADAL" clId="{F31BC264-820E-54C4-A6D1-F92AF9CC222E}" dt="2026-05-12T04:24:27.661" v="1065" actId="1076"/>
          <ac:spMkLst>
            <pc:docMk/>
            <pc:sldMk cId="1505878644" sldId="266"/>
            <ac:spMk id="15" creationId="{4D91FA67-0611-A5A4-17AC-6CC97D60A087}"/>
          </ac:spMkLst>
        </pc:spChg>
        <pc:picChg chg="mod">
          <ac:chgData name="Toby Donaldson" userId="2e6e5431-bb17-4c41-9985-d39c50d83c73" providerId="ADAL" clId="{F31BC264-820E-54C4-A6D1-F92AF9CC222E}" dt="2026-05-12T04:19:09.012" v="795" actId="1076"/>
          <ac:picMkLst>
            <pc:docMk/>
            <pc:sldMk cId="1505878644" sldId="266"/>
            <ac:picMk id="4" creationId="{CB5B2C65-AD01-A7BC-1BC9-B9F3881ACD15}"/>
          </ac:picMkLst>
        </pc:picChg>
        <pc:cxnChg chg="add del mod">
          <ac:chgData name="Toby Donaldson" userId="2e6e5431-bb17-4c41-9985-d39c50d83c73" providerId="ADAL" clId="{F31BC264-820E-54C4-A6D1-F92AF9CC222E}" dt="2026-05-12T04:19:50.297" v="852" actId="21"/>
          <ac:cxnSpMkLst>
            <pc:docMk/>
            <pc:sldMk cId="1505878644" sldId="266"/>
            <ac:cxnSpMk id="8" creationId="{38B95EC0-7419-A6F9-DD44-308E0E3E05BA}"/>
          </ac:cxnSpMkLst>
        </pc:cxnChg>
      </pc:sldChg>
      <pc:sldChg chg="modSp new mod">
        <pc:chgData name="Toby Donaldson" userId="2e6e5431-bb17-4c41-9985-d39c50d83c73" providerId="ADAL" clId="{F31BC264-820E-54C4-A6D1-F92AF9CC222E}" dt="2026-05-12T05:01:19.816" v="1201" actId="5793"/>
        <pc:sldMkLst>
          <pc:docMk/>
          <pc:sldMk cId="1400040307" sldId="267"/>
        </pc:sldMkLst>
        <pc:spChg chg="mod">
          <ac:chgData name="Toby Donaldson" userId="2e6e5431-bb17-4c41-9985-d39c50d83c73" providerId="ADAL" clId="{F31BC264-820E-54C4-A6D1-F92AF9CC222E}" dt="2026-05-12T05:01:05.995" v="1144" actId="20577"/>
          <ac:spMkLst>
            <pc:docMk/>
            <pc:sldMk cId="1400040307" sldId="267"/>
            <ac:spMk id="2" creationId="{04DC1A5B-080A-CA27-D4B7-969D821EAE6B}"/>
          </ac:spMkLst>
        </pc:spChg>
        <pc:spChg chg="mod">
          <ac:chgData name="Toby Donaldson" userId="2e6e5431-bb17-4c41-9985-d39c50d83c73" providerId="ADAL" clId="{F31BC264-820E-54C4-A6D1-F92AF9CC222E}" dt="2026-05-12T05:01:19.816" v="1201" actId="5793"/>
          <ac:spMkLst>
            <pc:docMk/>
            <pc:sldMk cId="1400040307" sldId="267"/>
            <ac:spMk id="3" creationId="{F3E806F1-3EF6-4191-AC82-5B78869AA53C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D33E4-2064-2364-4274-9EBB19EEF1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A0FF17-8840-D9DD-553F-1B5FDD7987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6AE6ED-A60E-0D4B-7978-79B04923F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3DCB44-A8C1-90BE-0A06-0FA345560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32AD1D-0260-0E96-134B-3CD27A681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2927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A46CA-2BC9-0934-FC37-BAAD1B824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04B417-1F1B-ADC2-43E2-9B2EDCDF25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70FA3-6A8A-23DA-2E04-CB965C48A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79FF95-5547-CE6D-5570-BEB1615BE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E16D99-85E7-3502-F0D5-984CF0844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1926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4E75A-310F-12B9-4FF0-730596AD0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9F4B8E-2BF9-C104-EADE-796659EA9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B5B294-31AB-9B76-85AD-7D7575A54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3FF75-B13C-16C4-BA79-747CDA76A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3413D-0879-FF43-3474-0B4C91DA1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879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87B37-EE6F-D303-F92A-0539EC103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DB39A-F849-DF2F-92F9-307D575680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9558E1-F5FF-5102-FDB7-2139B856C6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BC052A-0481-D0E9-7F73-A70AAF403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1C53FE-277D-DC6D-378D-5FC5C8673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7A3CC6-0DA4-7121-0CE7-58D700402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4551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EA79F-131A-B9ED-9AC4-464EABD7F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EFB903-E18C-15BF-3114-0B825A6335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BEBF36-8EEE-CF46-6621-A993531191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AF652A-EA07-4C73-2EC5-81E6934B11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47271B-901F-D87D-9DE4-81D0234433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27C30-F94B-0075-0AEF-98EB9B91A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5/11/26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AD8750-B7C2-37FA-4EA7-D093C3EEC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EA5AB6-98F9-BD89-B476-EFA9CBD71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263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28A27-131F-B49D-9898-E095F1A14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E4ABBF-F2A9-5EF9-004D-4A65DFEA6A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5/11/26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EB85FC-F1E4-6650-3EF0-24012D353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482D8E-1BBC-0E23-7139-380BDE608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53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9DDC3E-5856-2EA2-6CAD-BBFAF3BD8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5/11/26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A8C4C3-F675-BB61-DDC9-B7B80DAB1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EED668-F772-87A6-5338-74E4CCB33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246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2BCE6-F6B6-ECF1-D9D8-1ABF81DB5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506333-7556-70DC-0636-8FECC90EA3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4C527D-FEEB-2766-62EC-FFCF058FD2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28EDA0-1A6B-5A16-28FA-8902BAFD1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013D2E-BF86-7B7E-79D7-59CECC861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9F99AC-C3F9-F092-7D99-049B54B1B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414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39A0E-002A-7A4A-2926-E362E4BD59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8BF30D5-74C7-EF6B-D0B9-DE277EADAE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D016F3-E7F8-1E3F-BC5A-0622648547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B0C932-2F9F-1437-5432-8B6F514D1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FE7CEE-BB7C-5C81-45B1-EBAC0B75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1AEB67-413D-105A-AA87-B64750680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444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7008E-AD0E-8341-89C4-1EB3981E7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B6330C-D161-069A-CB1D-C83F26F1FE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AF0D09-E26E-1280-20E3-06D95FC0B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3254FF-A248-D900-6CA0-01BDD502E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B8A00A-7D47-5849-A529-56C0BA7C9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8470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779D8D-B189-5F1D-5ACD-6304943B21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7D7F0E-9BF7-3D75-1EC2-C9CECAAFE1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E80C62-5DEC-DA19-61BD-DF895728A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8773FD-08FC-108C-018F-60A4B0D51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BE3C32-7E11-7908-6933-9B4D181A4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3017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C6437F1-301D-2643-8EA9-3F98FAC97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34DA8C-08B9-756E-54EE-0E94A622F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EA486E-B2F4-F723-0DED-7DB96A2D20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9F9635-12D6-CA48-83F0-27F24E8721A6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AB5834-2977-1D2A-FB07-19D70F4B03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5ADDD7-FC5B-601B-F009-1E7597FA96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853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4407D-D12A-4EB5-3D45-394B55614B6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Introduction to Linked Lists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69060A-1B94-C5E8-1A39-5721CC58FD9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D100 Surrey</a:t>
            </a:r>
          </a:p>
          <a:p>
            <a:r>
              <a:rPr lang="en-US" dirty="0"/>
              <a:t>Summer 2026</a:t>
            </a:r>
          </a:p>
        </p:txBody>
      </p:sp>
    </p:spTree>
    <p:extLst>
      <p:ext uri="{BB962C8B-B14F-4D97-AF65-F5344CB8AC3E}">
        <p14:creationId xmlns:p14="http://schemas.microsoft.com/office/powerpoint/2010/main" val="9176613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736E0-3BA2-3C80-3275-9F819EE0B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0D92EC-EF6B-87D9-B8C2-4378B9BB5D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linked list </a:t>
            </a:r>
            <a:r>
              <a:rPr lang="en-US" dirty="0"/>
              <a:t>is a data structure where data is stored in as a record (or struct, or object) that contains the data’s value and the address of the next record in the list.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0A8AE06-75AA-D205-F724-3C61C21731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050" y="3298371"/>
            <a:ext cx="8641997" cy="1595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20666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37F91-E061-11E1-FD4F-B2FF781F3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0F8881-6C5A-9D9E-CD2E-C0DFC49C6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A907AE-25D8-B06A-F1D0-3CFB11ECB1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Compared to arrays, inserting and removing items from a linked list can often be must faster</a:t>
            </a:r>
          </a:p>
          <a:p>
            <a:pPr lvl="1"/>
            <a:r>
              <a:rPr lang="en-US" dirty="0"/>
              <a:t>In a linked list, you don’t need to shuffle items around the way you do in arrays</a:t>
            </a:r>
          </a:p>
          <a:p>
            <a:pPr lvl="1"/>
            <a:r>
              <a:rPr lang="en-US" dirty="0"/>
              <a:t>Instead, you can often just modify a few pointers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329A86-8320-F5E0-F5A7-FCB5A982C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905" y="4071632"/>
            <a:ext cx="8641997" cy="1595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38425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16D63-AD9E-DF5B-40B0-12C6ED7C5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491E1-3A55-747A-ED64-441D684E0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D1991-3201-BAAF-03B7-32CBD282CF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Compared to arrays, linked lists can also give you better control over memory</a:t>
            </a:r>
          </a:p>
          <a:p>
            <a:pPr lvl="1"/>
            <a:r>
              <a:rPr lang="en-US" dirty="0"/>
              <a:t>You can easily add one item at a time without needing to pre-allocate memory like you must do with an a dynamic array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33F4F4B-157D-1034-AA71-83E652E7BC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905" y="3599360"/>
            <a:ext cx="8641997" cy="1595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66888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9C0E4C-6990-68E8-EDC5-BD2653072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B5B2C65-AD01-A7BC-1BC9-B9F3881ACD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065" y="2463896"/>
            <a:ext cx="8641997" cy="15951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122EFDC-343D-34E3-4E0A-F0FB9181472C}"/>
              </a:ext>
            </a:extLst>
          </p:cNvPr>
          <p:cNvSpPr txBox="1"/>
          <p:nvPr/>
        </p:nvSpPr>
        <p:spPr>
          <a:xfrm>
            <a:off x="9469735" y="4059072"/>
            <a:ext cx="1171469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nullptr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ECFCABD-4184-049E-C8F7-A22D575CD4CB}"/>
              </a:ext>
            </a:extLst>
          </p:cNvPr>
          <p:cNvSpPr txBox="1"/>
          <p:nvPr/>
        </p:nvSpPr>
        <p:spPr>
          <a:xfrm>
            <a:off x="6096000" y="217127"/>
            <a:ext cx="3142207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struct Node </a:t>
            </a:r>
            <a:b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  string data;</a:t>
            </a:r>
            <a:b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  Node* next;</a:t>
            </a:r>
            <a:b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FC87FB-FDFC-BCB6-EDF3-F66FBB5B64FC}"/>
              </a:ext>
            </a:extLst>
          </p:cNvPr>
          <p:cNvSpPr txBox="1"/>
          <p:nvPr/>
        </p:nvSpPr>
        <p:spPr>
          <a:xfrm>
            <a:off x="719296" y="1340511"/>
            <a:ext cx="269714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The </a:t>
            </a:r>
            <a:r>
              <a:rPr lang="en-US" b="1" dirty="0"/>
              <a:t>head pointer </a:t>
            </a:r>
            <a:r>
              <a:rPr lang="en-US" dirty="0"/>
              <a:t>stores the address of the list’s first node.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91FA67-0611-A5A4-17AC-6CC97D60A087}"/>
              </a:ext>
            </a:extLst>
          </p:cNvPr>
          <p:cNvSpPr txBox="1"/>
          <p:nvPr/>
        </p:nvSpPr>
        <p:spPr>
          <a:xfrm>
            <a:off x="109205" y="2938318"/>
            <a:ext cx="152986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head</a:t>
            </a:r>
            <a:r>
              <a:rPr lang="en-US" dirty="0"/>
              <a:t> has type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Node*</a:t>
            </a:r>
          </a:p>
        </p:txBody>
      </p:sp>
    </p:spTree>
    <p:extLst>
      <p:ext uri="{BB962C8B-B14F-4D97-AF65-F5344CB8AC3E}">
        <p14:creationId xmlns:p14="http://schemas.microsoft.com/office/powerpoint/2010/main" val="15058786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DC1A5B-080A-CA27-D4B7-969D821EA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 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E806F1-3EF6-4191-AC82-5B78869AA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Do problems 1, 2, and 3 </a:t>
            </a:r>
            <a:r>
              <a:rPr lang="en-US"/>
              <a:t>in the notes 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00403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4e8677e-c989-47b9-8619-d83d5a5f6c67}" enabled="0" method="" siteId="{04e8677e-c989-47b9-8619-d83d5a5f6c6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180</Words>
  <Application>Microsoft Macintosh PowerPoint</Application>
  <PresentationFormat>Widescreen</PresentationFormat>
  <Paragraphs>18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Consolas</vt:lpstr>
      <vt:lpstr>Office Theme</vt:lpstr>
      <vt:lpstr>Introduction to Linked Lists</vt:lpstr>
      <vt:lpstr>Introduction</vt:lpstr>
      <vt:lpstr>Introduction</vt:lpstr>
      <vt:lpstr>Introduction</vt:lpstr>
      <vt:lpstr>PowerPoint Presentation</vt:lpstr>
      <vt:lpstr>Practice Problems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dcterms:created xsi:type="dcterms:W3CDTF">2026-05-12T03:18:48Z</dcterms:created>
  <dcterms:modified xsi:type="dcterms:W3CDTF">2026-05-12T05:01:26Z</dcterms:modified>
</cp:coreProperties>
</file>