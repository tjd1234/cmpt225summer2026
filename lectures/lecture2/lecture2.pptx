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D1E4E-F8E9-F748-91E8-E76205C06773}" v="7" dt="2026-05-12T04:23:42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6301"/>
  </p:normalViewPr>
  <p:slideViewPr>
    <p:cSldViewPr snapToGrid="0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5-14T17:13:27.786" v="1224" actId="20577"/>
      <pc:docMkLst>
        <pc:docMk/>
      </pc:docMkLst>
      <pc:sldChg chg="modSp mod">
        <pc:chgData name="Toby Donaldson" userId="2e6e5431-bb17-4c41-9985-d39c50d83c73" providerId="ADAL" clId="{F31BC264-820E-54C4-A6D1-F92AF9CC222E}" dt="2026-05-12T04:11:00.603" v="45" actId="20577"/>
        <pc:sldMkLst>
          <pc:docMk/>
          <pc:sldMk cId="917661366" sldId="256"/>
        </pc:sldMkLst>
        <pc:spChg chg="mod">
          <ac:chgData name="Toby Donaldson" userId="2e6e5431-bb17-4c41-9985-d39c50d83c73" providerId="ADAL" clId="{F31BC264-820E-54C4-A6D1-F92AF9CC222E}" dt="2026-05-12T04:11:00.603" v="45" actId="20577"/>
          <ac:spMkLst>
            <pc:docMk/>
            <pc:sldMk cId="917661366" sldId="256"/>
            <ac:spMk id="2" creationId="{28C4407D-D12A-4EB5-3D45-394B55614B61}"/>
          </ac:spMkLst>
        </pc:spChg>
      </pc:sldChg>
      <pc:sldChg chg="addSp modSp mod">
        <pc:chgData name="Toby Donaldson" userId="2e6e5431-bb17-4c41-9985-d39c50d83c73" providerId="ADAL" clId="{F31BC264-820E-54C4-A6D1-F92AF9CC222E}" dt="2026-05-14T17:12:22.686" v="1208" actId="20577"/>
        <pc:sldMkLst>
          <pc:docMk/>
          <pc:sldMk cId="3882066604" sldId="257"/>
        </pc:sldMkLst>
        <pc:spChg chg="mod">
          <ac:chgData name="Toby Donaldson" userId="2e6e5431-bb17-4c41-9985-d39c50d83c73" providerId="ADAL" clId="{F31BC264-820E-54C4-A6D1-F92AF9CC222E}" dt="2026-05-14T17:12:22.686" v="1208" actId="20577"/>
          <ac:spMkLst>
            <pc:docMk/>
            <pc:sldMk cId="3882066604" sldId="257"/>
            <ac:spMk id="3" creationId="{3D0D92EC-EF6B-87D9-B8C2-4378B9BB5D7B}"/>
          </ac:spMkLst>
        </pc:spChg>
        <pc:picChg chg="add mod">
          <ac:chgData name="Toby Donaldson" userId="2e6e5431-bb17-4c41-9985-d39c50d83c73" providerId="ADAL" clId="{F31BC264-820E-54C4-A6D1-F92AF9CC222E}" dt="2026-05-12T04:16:14.061" v="772" actId="1076"/>
          <ac:picMkLst>
            <pc:docMk/>
            <pc:sldMk cId="3882066604" sldId="257"/>
            <ac:picMk id="4" creationId="{A0A8AE06-75AA-D205-F724-3C61C2173114}"/>
          </ac:picMkLst>
        </pc:picChg>
      </pc:sldChg>
      <pc:sldChg chg="modSp add mod">
        <pc:chgData name="Toby Donaldson" userId="2e6e5431-bb17-4c41-9985-d39c50d83c73" providerId="ADAL" clId="{F31BC264-820E-54C4-A6D1-F92AF9CC222E}" dt="2026-05-14T17:12:52.936" v="1221" actId="20577"/>
        <pc:sldMkLst>
          <pc:docMk/>
          <pc:sldMk cId="1733842555" sldId="264"/>
        </pc:sldMkLst>
        <pc:spChg chg="mod">
          <ac:chgData name="Toby Donaldson" userId="2e6e5431-bb17-4c41-9985-d39c50d83c73" providerId="ADAL" clId="{F31BC264-820E-54C4-A6D1-F92AF9CC222E}" dt="2026-05-14T17:12:52.936" v="1221" actId="20577"/>
          <ac:spMkLst>
            <pc:docMk/>
            <pc:sldMk cId="1733842555" sldId="264"/>
            <ac:spMk id="3" creationId="{48A907AE-25D8-B06A-F1D0-3CFB11ECB18E}"/>
          </ac:spMkLst>
        </pc:spChg>
        <pc:picChg chg="mod">
          <ac:chgData name="Toby Donaldson" userId="2e6e5431-bb17-4c41-9985-d39c50d83c73" providerId="ADAL" clId="{F31BC264-820E-54C4-A6D1-F92AF9CC222E}" dt="2026-05-12T04:18:18.698" v="784" actId="1076"/>
          <ac:picMkLst>
            <pc:docMk/>
            <pc:sldMk cId="1733842555" sldId="264"/>
            <ac:picMk id="4" creationId="{DF329A86-8320-F5E0-F5A7-FCB5A982C74A}"/>
          </ac:picMkLst>
        </pc:picChg>
      </pc:sldChg>
      <pc:sldChg chg="modSp add mod">
        <pc:chgData name="Toby Donaldson" userId="2e6e5431-bb17-4c41-9985-d39c50d83c73" providerId="ADAL" clId="{F31BC264-820E-54C4-A6D1-F92AF9CC222E}" dt="2026-05-14T17:13:27.786" v="1224" actId="20577"/>
        <pc:sldMkLst>
          <pc:docMk/>
          <pc:sldMk cId="1296688851" sldId="265"/>
        </pc:sldMkLst>
        <pc:spChg chg="mod">
          <ac:chgData name="Toby Donaldson" userId="2e6e5431-bb17-4c41-9985-d39c50d83c73" providerId="ADAL" clId="{F31BC264-820E-54C4-A6D1-F92AF9CC222E}" dt="2026-05-14T17:13:27.786" v="1224" actId="20577"/>
          <ac:spMkLst>
            <pc:docMk/>
            <pc:sldMk cId="1296688851" sldId="265"/>
            <ac:spMk id="3" creationId="{AEBD1991-3201-BAAF-03B7-32CBD282CF22}"/>
          </ac:spMkLst>
        </pc:spChg>
        <pc:picChg chg="mod">
          <ac:chgData name="Toby Donaldson" userId="2e6e5431-bb17-4c41-9985-d39c50d83c73" providerId="ADAL" clId="{F31BC264-820E-54C4-A6D1-F92AF9CC222E}" dt="2026-05-12T04:18:23.575" v="785" actId="1076"/>
          <ac:picMkLst>
            <pc:docMk/>
            <pc:sldMk cId="1296688851" sldId="265"/>
            <ac:picMk id="4" creationId="{033F4F4B-157D-1034-AA71-83E652E7BC45}"/>
          </ac:picMkLst>
        </pc:picChg>
      </pc:sldChg>
      <pc:sldChg chg="addSp delSp modSp add mod">
        <pc:chgData name="Toby Donaldson" userId="2e6e5431-bb17-4c41-9985-d39c50d83c73" providerId="ADAL" clId="{F31BC264-820E-54C4-A6D1-F92AF9CC222E}" dt="2026-05-12T04:24:27.661" v="1065" actId="1076"/>
        <pc:sldMkLst>
          <pc:docMk/>
          <pc:sldMk cId="1505878644" sldId="266"/>
        </pc:sldMkLst>
        <pc:spChg chg="add mod">
          <ac:chgData name="Toby Donaldson" userId="2e6e5431-bb17-4c41-9985-d39c50d83c73" providerId="ADAL" clId="{F31BC264-820E-54C4-A6D1-F92AF9CC222E}" dt="2026-05-12T04:22:20.997" v="937" actId="1076"/>
          <ac:spMkLst>
            <pc:docMk/>
            <pc:sldMk cId="1505878644" sldId="266"/>
            <ac:spMk id="7" creationId="{8122EFDC-343D-34E3-4E0A-F0FB9181472C}"/>
          </ac:spMkLst>
        </pc:spChg>
        <pc:spChg chg="add mod">
          <ac:chgData name="Toby Donaldson" userId="2e6e5431-bb17-4c41-9985-d39c50d83c73" providerId="ADAL" clId="{F31BC264-820E-54C4-A6D1-F92AF9CC222E}" dt="2026-05-12T04:22:46.814" v="949" actId="1076"/>
          <ac:spMkLst>
            <pc:docMk/>
            <pc:sldMk cId="1505878644" sldId="266"/>
            <ac:spMk id="13" creationId="{FECFCABD-4184-049E-C8F7-A22D575CD4CB}"/>
          </ac:spMkLst>
        </pc:spChg>
        <pc:spChg chg="add mod">
          <ac:chgData name="Toby Donaldson" userId="2e6e5431-bb17-4c41-9985-d39c50d83c73" providerId="ADAL" clId="{F31BC264-820E-54C4-A6D1-F92AF9CC222E}" dt="2026-05-12T04:23:39.113" v="1037" actId="1076"/>
          <ac:spMkLst>
            <pc:docMk/>
            <pc:sldMk cId="1505878644" sldId="266"/>
            <ac:spMk id="14" creationId="{24FC87FB-FDFC-BCB6-EDF3-F66FBB5B64FC}"/>
          </ac:spMkLst>
        </pc:spChg>
        <pc:spChg chg="add mod">
          <ac:chgData name="Toby Donaldson" userId="2e6e5431-bb17-4c41-9985-d39c50d83c73" providerId="ADAL" clId="{F31BC264-820E-54C4-A6D1-F92AF9CC222E}" dt="2026-05-12T04:24:27.661" v="1065" actId="1076"/>
          <ac:spMkLst>
            <pc:docMk/>
            <pc:sldMk cId="1505878644" sldId="266"/>
            <ac:spMk id="15" creationId="{4D91FA67-0611-A5A4-17AC-6CC97D60A087}"/>
          </ac:spMkLst>
        </pc:spChg>
        <pc:picChg chg="mod">
          <ac:chgData name="Toby Donaldson" userId="2e6e5431-bb17-4c41-9985-d39c50d83c73" providerId="ADAL" clId="{F31BC264-820E-54C4-A6D1-F92AF9CC222E}" dt="2026-05-12T04:19:09.012" v="795" actId="1076"/>
          <ac:picMkLst>
            <pc:docMk/>
            <pc:sldMk cId="1505878644" sldId="266"/>
            <ac:picMk id="4" creationId="{CB5B2C65-AD01-A7BC-1BC9-B9F3881ACD15}"/>
          </ac:picMkLst>
        </pc:picChg>
      </pc:sldChg>
      <pc:sldChg chg="modSp new mod">
        <pc:chgData name="Toby Donaldson" userId="2e6e5431-bb17-4c41-9985-d39c50d83c73" providerId="ADAL" clId="{F31BC264-820E-54C4-A6D1-F92AF9CC222E}" dt="2026-05-12T05:01:19.816" v="1201" actId="5793"/>
        <pc:sldMkLst>
          <pc:docMk/>
          <pc:sldMk cId="1400040307" sldId="267"/>
        </pc:sldMkLst>
        <pc:spChg chg="mod">
          <ac:chgData name="Toby Donaldson" userId="2e6e5431-bb17-4c41-9985-d39c50d83c73" providerId="ADAL" clId="{F31BC264-820E-54C4-A6D1-F92AF9CC222E}" dt="2026-05-12T05:01:05.995" v="1144" actId="20577"/>
          <ac:spMkLst>
            <pc:docMk/>
            <pc:sldMk cId="1400040307" sldId="267"/>
            <ac:spMk id="2" creationId="{04DC1A5B-080A-CA27-D4B7-969D821EAE6B}"/>
          </ac:spMkLst>
        </pc:spChg>
        <pc:spChg chg="mod">
          <ac:chgData name="Toby Donaldson" userId="2e6e5431-bb17-4c41-9985-d39c50d83c73" providerId="ADAL" clId="{F31BC264-820E-54C4-A6D1-F92AF9CC222E}" dt="2026-05-12T05:01:19.816" v="1201" actId="5793"/>
          <ac:spMkLst>
            <pc:docMk/>
            <pc:sldMk cId="1400040307" sldId="267"/>
            <ac:spMk id="3" creationId="{F3E806F1-3EF6-4191-AC82-5B78869AA5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07D-D12A-4EB5-3D45-394B55614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Linked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9060A-1B94-C5E8-1A39-5721CC58F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D100 Surrey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9176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36E0-3BA2-3C80-3275-9F819E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92EC-EF6B-87D9-B8C2-4378B9BB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linked list </a:t>
            </a:r>
            <a:r>
              <a:rPr lang="en-US" dirty="0"/>
              <a:t>is a data structure where data is stored as a record (or struct, or object) that contains the data’s value and the address of the next record in the list.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8AE06-75AA-D205-F724-3C61C2173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50" y="3298371"/>
            <a:ext cx="8641997" cy="159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6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7F91-E061-11E1-FD4F-B2FF781F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8881-6C5A-9D9E-CD2E-C0DFC49C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07AE-25D8-B06A-F1D0-3CFB11ECB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inserting and removing items from a linked list can often be much faster</a:t>
            </a:r>
          </a:p>
          <a:p>
            <a:pPr lvl="1"/>
            <a:r>
              <a:rPr lang="en-US" dirty="0"/>
              <a:t>In a linked list, you don’t need to shuffle items like with arrays</a:t>
            </a:r>
          </a:p>
          <a:p>
            <a:pPr lvl="1"/>
            <a:r>
              <a:rPr lang="en-US" dirty="0"/>
              <a:t>Instead, you can often just modify a few pointers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29A86-8320-F5E0-F5A7-FCB5A982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905" y="4071632"/>
            <a:ext cx="8641997" cy="159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42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6D63-AD9E-DF5B-40B0-12C6ED7C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91E1-3A55-747A-ED64-441D684E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D1991-3201-BAAF-03B7-32CBD282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linked lists can also give you better control over memory</a:t>
            </a:r>
          </a:p>
          <a:p>
            <a:pPr lvl="1"/>
            <a:r>
              <a:rPr lang="en-US" dirty="0"/>
              <a:t>You can easily add one item at a time without needing to pre-allocate memory like you must do </a:t>
            </a:r>
            <a:r>
              <a:rPr lang="en-US"/>
              <a:t>with a </a:t>
            </a:r>
            <a:r>
              <a:rPr lang="en-US" dirty="0"/>
              <a:t>dynamic array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3F4F4B-157D-1034-AA71-83E652E7B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905" y="3599360"/>
            <a:ext cx="8641997" cy="159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8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0E4C-6990-68E8-EDC5-BD265307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5B2C65-AD01-A7BC-1BC9-B9F3881AC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065" y="2463896"/>
            <a:ext cx="8641997" cy="1595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22EFDC-343D-34E3-4E0A-F0FB9181472C}"/>
              </a:ext>
            </a:extLst>
          </p:cNvPr>
          <p:cNvSpPr txBox="1"/>
          <p:nvPr/>
        </p:nvSpPr>
        <p:spPr>
          <a:xfrm>
            <a:off x="9469735" y="4059072"/>
            <a:ext cx="117146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FCABD-4184-049E-C8F7-A22D575CD4CB}"/>
              </a:ext>
            </a:extLst>
          </p:cNvPr>
          <p:cNvSpPr txBox="1"/>
          <p:nvPr/>
        </p:nvSpPr>
        <p:spPr>
          <a:xfrm>
            <a:off x="6096000" y="217127"/>
            <a:ext cx="31422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string data;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C87FB-FDFC-BCB6-EDF3-F66FBB5B64FC}"/>
              </a:ext>
            </a:extLst>
          </p:cNvPr>
          <p:cNvSpPr txBox="1"/>
          <p:nvPr/>
        </p:nvSpPr>
        <p:spPr>
          <a:xfrm>
            <a:off x="719296" y="1340511"/>
            <a:ext cx="269714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head pointer </a:t>
            </a:r>
            <a:r>
              <a:rPr lang="en-US" dirty="0"/>
              <a:t>stores the address of the list’s first node.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1FA67-0611-A5A4-17AC-6CC97D60A087}"/>
              </a:ext>
            </a:extLst>
          </p:cNvPr>
          <p:cNvSpPr txBox="1"/>
          <p:nvPr/>
        </p:nvSpPr>
        <p:spPr>
          <a:xfrm>
            <a:off x="109205" y="2938318"/>
            <a:ext cx="152986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has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</p:spTree>
    <p:extLst>
      <p:ext uri="{BB962C8B-B14F-4D97-AF65-F5344CB8AC3E}">
        <p14:creationId xmlns:p14="http://schemas.microsoft.com/office/powerpoint/2010/main" val="150587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1A5B-080A-CA27-D4B7-969D821E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806F1-3EF6-4191-AC82-5B78869AA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 problems 1, 2, and 3 </a:t>
            </a:r>
            <a:r>
              <a:rPr lang="en-US"/>
              <a:t>in the notes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4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174</Words>
  <Application>Microsoft Macintosh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Introduction to Linked Lists</vt:lpstr>
      <vt:lpstr>Introduction</vt:lpstr>
      <vt:lpstr>Introduction</vt:lpstr>
      <vt:lpstr>Introduction</vt:lpstr>
      <vt:lpstr>PowerPoint Presentation</vt:lpstr>
      <vt:lpstr>Practice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2026-05-14T17:13:37Z</dcterms:modified>
</cp:coreProperties>
</file>